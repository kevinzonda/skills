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4000" r:id="rId2"/>
  </p:sldMasterIdLst>
  <p:notesMasterIdLst>
    <p:notesMasterId r:id="rId4"/>
  </p:notesMasterIdLst>
  <p:handoutMasterIdLst>
    <p:handoutMasterId r:id="rId5"/>
  </p:handoutMasterIdLst>
  <p:sldIdLst>
    <p:sldId id="556" r:id="rId3"/>
  </p:sldIdLst>
  <p:sldSz cx="12192000" cy="6858000"/>
  <p:notesSz cx="9874250" cy="67976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华文彩云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>
          <p15:clr>
            <a:srgbClr val="A4A3A4"/>
          </p15:clr>
        </p15:guide>
        <p15:guide id="2" pos="311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ECFF"/>
    <a:srgbClr val="990000"/>
    <a:srgbClr val="669900"/>
    <a:srgbClr val="CC0066"/>
    <a:srgbClr val="009900"/>
    <a:srgbClr val="99CC00"/>
    <a:srgbClr val="FF9933"/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1" autoAdjust="0"/>
    <p:restoredTop sz="93729" autoAdjust="0"/>
  </p:normalViewPr>
  <p:slideViewPr>
    <p:cSldViewPr snapToGrid="0">
      <p:cViewPr varScale="1">
        <p:scale>
          <a:sx n="61" d="100"/>
          <a:sy n="61" d="100"/>
        </p:scale>
        <p:origin x="101" y="58"/>
      </p:cViewPr>
      <p:guideLst>
        <p:guide orient="horz" pos="2196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498" y="-66"/>
      </p:cViewPr>
      <p:guideLst>
        <p:guide orient="horz" pos="2141"/>
        <p:guide pos="311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37038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376" tIns="45688" rIns="91376" bIns="45688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76888" y="0"/>
            <a:ext cx="4348162" cy="3667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376" tIns="45688" rIns="91376" bIns="45688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78588"/>
            <a:ext cx="4237038" cy="3143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376" tIns="45688" rIns="91376" bIns="45688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76888" y="6478588"/>
            <a:ext cx="4348162" cy="31432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</p:spPr>
        <p:txBody>
          <a:bodyPr vert="horz" wrap="none" lIns="91376" tIns="45688" rIns="91376" bIns="4568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76E001F-3C0B-437C-A396-6235A668FF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0268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6" tIns="45688" rIns="91376" bIns="45688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95938" y="0"/>
            <a:ext cx="42783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6" tIns="45688" rIns="91376" bIns="45688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73350" y="511175"/>
            <a:ext cx="4527550" cy="2547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317625" y="3228975"/>
            <a:ext cx="7239000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6" tIns="45688" rIns="91376" bIns="456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57950"/>
            <a:ext cx="42783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6" tIns="45688" rIns="91376" bIns="45688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95938" y="6457950"/>
            <a:ext cx="4278312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76" tIns="45688" rIns="91376" bIns="4568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F53D7B09-8192-44EA-881D-14B2114AB28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905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381000" indent="-9207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2pPr>
    <a:lvl3pPr marL="669925" indent="-9842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3pPr>
    <a:lvl4pPr marL="952500" indent="-9207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4pPr>
    <a:lvl5pPr marL="1241425" indent="-98425" algn="l" rtl="0" eaLnBrk="0" fontAlgn="base" hangingPunct="0">
      <a:spcBef>
        <a:spcPct val="30000"/>
      </a:spcBef>
      <a:spcAft>
        <a:spcPct val="0"/>
      </a:spcAft>
      <a:buChar char="•"/>
      <a:defRPr kumimoji="1" sz="1200" kern="1200">
        <a:solidFill>
          <a:schemeClr val="tx1"/>
        </a:solidFill>
        <a:latin typeface="Arial" charset="0"/>
        <a:ea typeface="宋体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 lIns="91440" tIns="45720" rIns="91440" bIns="45720" anchor="ctr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5611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noFill/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82500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2E7C7-A7D2-4761-B106-1689E1D1EE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802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29684" y="1296989"/>
            <a:ext cx="5588000" cy="5006975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20884" y="1296989"/>
            <a:ext cx="5588000" cy="5006975"/>
          </a:xfrm>
        </p:spPr>
        <p:txBody>
          <a:bodyPr/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45FA7-AE5B-46A1-AB44-675D720E543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6318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AD809-BA40-4465-987C-AAB43B0AC8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299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8B07D-C39E-4373-B519-BCF03B719BF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0755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2"/>
          <p:cNvGrpSpPr>
            <a:grpSpLocks/>
          </p:cNvGrpSpPr>
          <p:nvPr userDrawn="1"/>
        </p:nvGrpSpPr>
        <p:grpSpPr bwMode="auto">
          <a:xfrm>
            <a:off x="0" y="-5205413"/>
            <a:ext cx="12192000" cy="0"/>
            <a:chOff x="0" y="3976"/>
            <a:chExt cx="5760" cy="1"/>
          </a:xfrm>
        </p:grpSpPr>
        <p:sp>
          <p:nvSpPr>
            <p:cNvPr id="1031" name="Line 13"/>
            <p:cNvSpPr>
              <a:spLocks noChangeShapeType="1"/>
            </p:cNvSpPr>
            <p:nvPr userDrawn="1"/>
          </p:nvSpPr>
          <p:spPr bwMode="auto">
            <a:xfrm>
              <a:off x="0" y="3977"/>
              <a:ext cx="1435" cy="0"/>
            </a:xfrm>
            <a:prstGeom prst="line">
              <a:avLst/>
            </a:prstGeom>
            <a:noFill/>
            <a:ln w="88900">
              <a:solidFill>
                <a:srgbClr val="3366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/>
            <a:lstStyle/>
            <a:p>
              <a:endParaRPr lang="zh-CN" altLang="en-US"/>
            </a:p>
          </p:txBody>
        </p:sp>
        <p:sp>
          <p:nvSpPr>
            <p:cNvPr id="1032" name="Line 15"/>
            <p:cNvSpPr>
              <a:spLocks noChangeShapeType="1"/>
            </p:cNvSpPr>
            <p:nvPr userDrawn="1"/>
          </p:nvSpPr>
          <p:spPr bwMode="auto">
            <a:xfrm flipV="1">
              <a:off x="0" y="3976"/>
              <a:ext cx="5760" cy="0"/>
            </a:xfrm>
            <a:prstGeom prst="line">
              <a:avLst/>
            </a:prstGeom>
            <a:noFill/>
            <a:ln w="889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0000" tIns="46800" rIns="90000" bIns="46800" anchor="ctr"/>
            <a:lstStyle/>
            <a:p>
              <a:endParaRPr lang="zh-CN" altLang="en-US"/>
            </a:p>
          </p:txBody>
        </p:sp>
      </p:grpSp>
      <p:sp useBgFill="1"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29684" y="1296989"/>
            <a:ext cx="11379200" cy="5006975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6013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60933" y="6400800"/>
            <a:ext cx="2540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 i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FED418A-7734-444A-88B1-9238DC02EC6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08518" y="228600"/>
            <a:ext cx="11415183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cxnSp>
        <p:nvCxnSpPr>
          <p:cNvPr id="3" name="直接连接符 2"/>
          <p:cNvCxnSpPr/>
          <p:nvPr userDrawn="1"/>
        </p:nvCxnSpPr>
        <p:spPr bwMode="auto">
          <a:xfrm>
            <a:off x="427567" y="1047750"/>
            <a:ext cx="11415184" cy="0"/>
          </a:xfrm>
          <a:prstGeom prst="line">
            <a:avLst/>
          </a:prstGeom>
          <a:solidFill>
            <a:srgbClr val="99CC00"/>
          </a:solidFill>
          <a:ln w="60325" cap="flat" cmpd="sng" algn="ctr">
            <a:solidFill>
              <a:schemeClr val="accent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88" r:id="rId2"/>
    <p:sldLayoutId id="2147483989" r:id="rId3"/>
    <p:sldLayoutId id="2147483990" r:id="rId4"/>
    <p:sldLayoutId id="2147483991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FF0000"/>
        </a:buClr>
        <a:buSzPct val="75000"/>
        <a:buFont typeface="Wingdings" panose="05000000000000000000" pitchFamily="2" charset="2"/>
        <a:buChar char="v"/>
        <a:defRPr kumimoji="1"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charset="0"/>
        </a:defRPr>
      </a:lvl1pPr>
      <a:lvl2pPr marL="742950" indent="-285750" algn="l" rtl="0" eaLnBrk="0" fontAlgn="base" hangingPunct="0">
        <a:spcBef>
          <a:spcPct val="50000"/>
        </a:spcBef>
        <a:spcAft>
          <a:spcPct val="0"/>
        </a:spcAft>
        <a:buClr>
          <a:schemeClr val="accent2"/>
        </a:buClr>
        <a:buSzPct val="75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anose="05000000000000000000" pitchFamily="2" charset="2"/>
        <a:buChar char="¡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anose="05000000000000000000" pitchFamily="2" charset="2"/>
        <a:buChar char="¨"/>
        <a:defRPr kumimoji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微软雅黑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itchFamily="2" charset="2"/>
        <a:buChar char="¨"/>
        <a:defRPr sz="16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71531" y="53752"/>
            <a:ext cx="951884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单击此处编辑母版标题样式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endParaRPr lang="zh-CN" altLang="en-US" dirty="0" smtClean="0"/>
          </a:p>
        </p:txBody>
      </p:sp>
      <p:sp>
        <p:nvSpPr>
          <p:cNvPr id="10" name="矩形 9"/>
          <p:cNvSpPr/>
          <p:nvPr userDrawn="1"/>
        </p:nvSpPr>
        <p:spPr bwMode="auto">
          <a:xfrm>
            <a:off x="0" y="6669361"/>
            <a:ext cx="12192000" cy="646331"/>
          </a:xfrm>
          <a:prstGeom prst="rect">
            <a:avLst/>
          </a:prstGeom>
          <a:solidFill>
            <a:srgbClr val="C3C3E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588" algn="ctr" eaLnBrk="1" hangingPunct="1"/>
            <a:endParaRPr lang="zh-CN" altLang="en-US" sz="3600" b="1" smtClean="0">
              <a:solidFill>
                <a:prstClr val="white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00998"/>
            <a:ext cx="2844800" cy="2843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altLang="zh-CN" b="1" smtClean="0">
                <a:solidFill>
                  <a:prstClr val="black"/>
                </a:solidFill>
                <a:latin typeface="Times New Roman" pitchFamily="18" charset="0"/>
                <a:ea typeface="华文中宋" pitchFamily="2" charset="-122"/>
              </a:rPr>
              <a:t>2019-06-12</a:t>
            </a:r>
            <a:endParaRPr lang="en-US" altLang="zh-CN" b="1" dirty="0">
              <a:solidFill>
                <a:prstClr val="black"/>
              </a:solidFill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84565" y="6600998"/>
            <a:ext cx="982035" cy="257002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 eaLnBrk="1" hangingPunct="1"/>
            <a:fld id="{A311A638-BFE8-47B0-9DB0-998CC0FAD0F0}" type="slidenum">
              <a:rPr lang="zh-CN" altLang="en-US" b="1" smtClean="0">
                <a:solidFill>
                  <a:prstClr val="black"/>
                </a:solidFill>
                <a:ea typeface="华文中宋" pitchFamily="2" charset="-122"/>
              </a:rPr>
              <a:pPr algn="ctr" eaLnBrk="1" hangingPunct="1"/>
              <a:t>‹#›</a:t>
            </a:fld>
            <a:endParaRPr lang="zh-CN" altLang="en-US" b="1" dirty="0">
              <a:solidFill>
                <a:prstClr val="black"/>
              </a:solidFill>
              <a:ea typeface="华文中宋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1393420"/>
      </p:ext>
    </p:extLst>
  </p:cSld>
  <p:clrMap bg1="lt1" tx1="dk1" bg2="lt2" tx2="dk2" accent1="accent1" accent2="accent2" accent3="accent3" accent4="accent4" accent5="accent5" accent6="accent6" hlink="hlink" folHlink="folHlink"/>
  <p:transition>
    <p:split orient="vert"/>
  </p:transition>
  <p:timing>
    <p:tnLst>
      <p:par>
        <p:cTn id="1" dur="indefinite" restart="never" nodeType="tmRoot"/>
      </p:par>
    </p:tnLst>
  </p:timing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cap="none" spc="0" baseline="0">
          <a:ln w="19050">
            <a:noFill/>
            <a:prstDash val="solid"/>
          </a:ln>
          <a:solidFill>
            <a:srgbClr val="FF0000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20204" pitchFamily="34" charset="0"/>
          <a:ea typeface="微软雅黑" pitchFamily="34" charset="-122"/>
          <a:cs typeface="Times New Roman" panose="02020603050405020304" pitchFamily="18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rgbClr val="0090F2"/>
          </a:solidFill>
          <a:latin typeface="Arial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rgbClr val="0090F2"/>
          </a:solidFill>
          <a:latin typeface="Arial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rgbClr val="0090F2"/>
          </a:solidFill>
          <a:latin typeface="Arial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rgbClr val="0090F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B0F0"/>
        </a:buClr>
        <a:buSzPct val="90000"/>
        <a:buFont typeface="Wingdings" pitchFamily="2" charset="2"/>
        <a:buChar char="n"/>
        <a:defRPr sz="2800" baseline="0">
          <a:solidFill>
            <a:srgbClr val="003399"/>
          </a:solidFill>
          <a:latin typeface="Times New Roman" panose="02020603050405020304" pitchFamily="18" charset="0"/>
          <a:ea typeface="微软雅黑" pitchFamily="34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B050"/>
        </a:buClr>
        <a:buSzPct val="75000"/>
        <a:buFont typeface="Wingdings" pitchFamily="2" charset="2"/>
        <a:buChar char="l"/>
        <a:defRPr sz="2400" baseline="0">
          <a:solidFill>
            <a:schemeClr val="tx1"/>
          </a:solidFill>
          <a:latin typeface="Times New Roman" panose="02020603050405020304" pitchFamily="18" charset="0"/>
          <a:ea typeface="微软雅黑" pitchFamily="3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aseline="0">
          <a:solidFill>
            <a:srgbClr val="003399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 baseline="0">
          <a:solidFill>
            <a:srgbClr val="003399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>
          <a:solidFill>
            <a:srgbClr val="003399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rgbClr val="003399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rgbClr val="003399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rgbClr val="003399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>
          <a:solidFill>
            <a:srgbClr val="003399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Template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8517" y="1296989"/>
            <a:ext cx="11415183" cy="5006975"/>
          </a:xfrm>
        </p:spPr>
        <p:txBody>
          <a:bodyPr/>
          <a:lstStyle/>
          <a:p>
            <a:r>
              <a:rPr lang="en-US" altLang="zh-CN" sz="1600"/>
              <a:t>Template</a:t>
            </a:r>
            <a:endParaRPr lang="en-US" altLang="zh-CN" sz="1600" dirty="0"/>
          </a:p>
          <a:p>
            <a:pPr lvl="1"/>
            <a:endParaRPr lang="en-US" altLang="zh-CN" dirty="0"/>
          </a:p>
          <a:p>
            <a:pPr lvl="1"/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72E7C7-A7D2-4761-B106-1689E1D1EE66}" type="slidenum">
              <a:rPr lang="zh-CN" altLang="en-US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354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èle par défau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99CC00"/>
        </a:solidFill>
        <a:ln w="1587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华文彩云" pitchFamily="2" charset="-122"/>
          </a:defRPr>
        </a:defPPr>
      </a:lstStyle>
    </a:spDef>
    <a:lnDef>
      <a:spPr bwMode="auto">
        <a:solidFill>
          <a:srgbClr val="99CC00"/>
        </a:solidFill>
        <a:ln w="15875" cap="flat" cmpd="sng" algn="ctr">
          <a:solidFill>
            <a:schemeClr val="accent2">
              <a:lumMod val="60000"/>
              <a:lumOff val="4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CJ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FF"/>
      </a:accent1>
      <a:accent2>
        <a:srgbClr val="FF0000"/>
      </a:accent2>
      <a:accent3>
        <a:srgbClr val="00FF00"/>
      </a:accent3>
      <a:accent4>
        <a:srgbClr val="FF00FF"/>
      </a:accent4>
      <a:accent5>
        <a:srgbClr val="006600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设计方案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952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>
          <a:outerShdw dist="53882" dir="2700000" algn="ctr" rotWithShape="0">
            <a:srgbClr val="CCECFF"/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588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0000"/>
        </a:solidFill>
        <a:ln w="952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>
          <a:outerShdw dist="53882" dir="2700000" algn="ctr" rotWithShape="0">
            <a:srgbClr val="CCECFF"/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1588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6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65327</TotalTime>
  <Words>3</Words>
  <Application>Microsoft Office PowerPoint</Application>
  <PresentationFormat>宽屏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黑体</vt:lpstr>
      <vt:lpstr>华文彩云</vt:lpstr>
      <vt:lpstr>华文中宋</vt:lpstr>
      <vt:lpstr>宋体</vt:lpstr>
      <vt:lpstr>微软雅黑</vt:lpstr>
      <vt:lpstr>Arial</vt:lpstr>
      <vt:lpstr>Times New Roman</vt:lpstr>
      <vt:lpstr>Wingdings</vt:lpstr>
      <vt:lpstr>Modèle par défaut</vt:lpstr>
      <vt:lpstr>自定义设计方案</vt:lpstr>
      <vt:lpstr>Template</vt:lpstr>
    </vt:vector>
  </TitlesOfParts>
  <Company>IHEP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 III Software</dc:title>
  <dc:creator>Weidong Li</dc:creator>
  <cp:lastModifiedBy>李卫东</cp:lastModifiedBy>
  <cp:revision>2578</cp:revision>
  <cp:lastPrinted>2001-01-18T07:56:24Z</cp:lastPrinted>
  <dcterms:created xsi:type="dcterms:W3CDTF">1999-05-22T11:36:26Z</dcterms:created>
  <dcterms:modified xsi:type="dcterms:W3CDTF">2022-10-28T11:51:32Z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75</vt:i4>
  </property>
  <property fmtid="{D5CDD505-2E9C-101B-9397-08002B2CF9AE}" pid="5" name="ScreenSize">
    <vt:i4>3</vt:i4>
  </property>
  <property fmtid="{D5CDD505-2E9C-101B-9397-08002B2CF9AE}" pid="6" name="ScreenUsage">
    <vt:i4>2</vt:i4>
  </property>
  <property fmtid="{D5CDD505-2E9C-101B-9397-08002B2CF9AE}" pid="7" name="MailAddress">
    <vt:lpwstr>R.D.Schaffer@cern.ch</vt:lpwstr>
  </property>
  <property fmtid="{D5CDD505-2E9C-101B-9397-08002B2CF9AE}" pid="8" name="HomePage">
    <vt:lpwstr>http://home.cern.ch/~schaffer/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false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-1</vt:i4>
  </property>
  <property fmtid="{D5CDD505-2E9C-101B-9397-08002B2CF9AE}" pid="18" name="ButtonType">
    <vt:i4>4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C:\TEMP\schaffer-slides</vt:lpwstr>
  </property>
</Properties>
</file>